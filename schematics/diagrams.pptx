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C75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D825-538C-6D82-040E-D9806F015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78115-D501-7305-523F-87230CD30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B1D8-CEC9-B977-D247-FCDFE594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CD48D-3E4B-643D-A39C-42A927A6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79C6F-8363-AE70-6B37-629453B6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3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5791-3E4B-0E31-609C-DB245B5E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156C0-79C9-E846-1982-1D27879BF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D02E6-A43A-1C10-C275-BF17520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06EF-63EA-E016-87C0-02289CAE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C1B43-ED22-33C6-B91D-A2E71F3B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24DF-CDBE-2291-FC9F-6C6D11C70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A9DD6-F6B9-3354-258E-EA89AF77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1264-F4FB-EFE0-C9B8-95F595B1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AB012-F334-C3F5-C146-C364C88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F3CA-16EE-D75A-A42C-80E4078A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3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5735-58D1-98EC-E90C-C2AA5A9D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324F-5B3A-86FF-9403-C78560A67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C1D8F-7D1F-ABBA-F6BD-1B37C086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81A04-C899-8FB4-C854-1B788A7D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82D5A-7BB0-526F-4B69-82986015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7887E-8A6F-239B-DA45-B7FCF9A1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1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5225-421D-26AA-1195-ADEEB610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66FAA-9A5E-3378-4B64-A86AA01C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149AB-8945-F584-0C9E-CFCB964F1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E631C-611C-D34C-51C1-D6E679C6D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9EA3C-9FFA-D080-CB78-1300E60CB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7F485-57EE-24D1-7329-7CBCC2ED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C5134-5E64-7904-0BC3-23F4473B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5B80A-28FC-C250-5319-FA568528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2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A5CE-0204-4E22-8B44-C3C80EA2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2F2F9-E4FA-8DBB-C9FF-5AB862A2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CB755-7121-F768-866D-726FE184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91801-5A9A-6A38-10F4-B82F29C8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3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ED912-8AE8-1658-9A02-16FE1CD7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F0E9E-E7F5-F23C-4506-644C5856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8526D-8BA0-D867-8AB0-665A83CC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E54A-E230-3518-3E10-6C66DEA5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1E9E2-42A9-492C-A7B2-5569B7344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4410B-85D9-5679-42C3-3210E7C70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E0D8C-0EA4-F8A2-8087-C0E65397D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63970-0022-DE1F-9B1A-D84039A4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E385F-5026-FA5F-1ED9-8E9FBA6A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4941-9D49-76F2-A43A-B2FC53C0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7911A-961E-682C-A10C-09B02A3C2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FBC6D-B884-C3D5-3BC0-52A8B4F8F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E4146-F5F1-D190-9C80-EA42D60B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F070F-FF73-43D4-8A29-0DEAC198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EB555-1947-E366-5004-6DE1F6D3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A1CB-7D9A-C999-9740-E0E2FB7A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27C9A-B2F0-4BD2-A1A5-7EBAB07B3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9CEC7-6732-AB87-4D45-45DEB9AC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88177-43CA-5C39-2DB7-9D0119B4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4856-A262-FF7C-86A7-2E0954AF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2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085DD-62A9-E58D-C521-36ED35CF1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61AA3-3162-6ADD-B8A9-A4590A38D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B6D0-FBD6-CED7-AE38-1A8343FC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4FF69-2958-BEA8-867B-99D75A5A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C65C5-698D-BB85-7169-21D0A1E3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5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6EDEA-AEAF-DB2C-9834-E32AF0DF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49ACE-91BB-1938-3424-037330474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32CE-444D-5235-FD38-FA9EF56F8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DC7C8-2F78-4E46-BCCA-497F5E783E87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AD0B5-9206-11E3-86A3-2AAAA52D3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7DEC0-3FDF-C1C4-286F-C416CF92F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24B6-CF4C-47D4-AC21-8078A859B2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E8CFFA-8B19-6BE8-C652-BFC2F392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21" y="0"/>
            <a:ext cx="7836357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234DEDF-A139-4AF7-DAAA-061F4DEF950C}"/>
              </a:ext>
            </a:extLst>
          </p:cNvPr>
          <p:cNvSpPr/>
          <p:nvPr/>
        </p:nvSpPr>
        <p:spPr>
          <a:xfrm>
            <a:off x="3681663" y="87830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8A53D7-0ED2-C205-B296-20B366E605FC}"/>
              </a:ext>
            </a:extLst>
          </p:cNvPr>
          <p:cNvSpPr/>
          <p:nvPr/>
        </p:nvSpPr>
        <p:spPr>
          <a:xfrm>
            <a:off x="7828439" y="877501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17D33B-303F-A816-CBB2-3B45BBB1374A}"/>
              </a:ext>
            </a:extLst>
          </p:cNvPr>
          <p:cNvSpPr/>
          <p:nvPr/>
        </p:nvSpPr>
        <p:spPr>
          <a:xfrm>
            <a:off x="6836891" y="877501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441581-A8D2-538B-BC8C-0E3BD3C32469}"/>
              </a:ext>
            </a:extLst>
          </p:cNvPr>
          <p:cNvSpPr/>
          <p:nvPr/>
        </p:nvSpPr>
        <p:spPr>
          <a:xfrm>
            <a:off x="5436269" y="87830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31146-D518-2087-FAB5-0AD4EF96BC7D}"/>
              </a:ext>
            </a:extLst>
          </p:cNvPr>
          <p:cNvSpPr/>
          <p:nvPr/>
        </p:nvSpPr>
        <p:spPr>
          <a:xfrm>
            <a:off x="4547937" y="87830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E7124F-4BAF-86A9-2F81-E5C36F70DD7C}"/>
              </a:ext>
            </a:extLst>
          </p:cNvPr>
          <p:cNvSpPr/>
          <p:nvPr/>
        </p:nvSpPr>
        <p:spPr>
          <a:xfrm>
            <a:off x="3681663" y="3866947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4A7144-7962-7EB1-66C7-8875FB3B9C7C}"/>
              </a:ext>
            </a:extLst>
          </p:cNvPr>
          <p:cNvSpPr/>
          <p:nvPr/>
        </p:nvSpPr>
        <p:spPr>
          <a:xfrm>
            <a:off x="7861949" y="386614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37A8E5-A304-D73A-ACED-488C3DF53F62}"/>
              </a:ext>
            </a:extLst>
          </p:cNvPr>
          <p:cNvSpPr/>
          <p:nvPr/>
        </p:nvSpPr>
        <p:spPr>
          <a:xfrm>
            <a:off x="6902010" y="386614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FB2B2A-1619-3DDF-FD28-9F45C2573409}"/>
              </a:ext>
            </a:extLst>
          </p:cNvPr>
          <p:cNvSpPr/>
          <p:nvPr/>
        </p:nvSpPr>
        <p:spPr>
          <a:xfrm>
            <a:off x="5737534" y="3866144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9C1A01-8120-134D-E3D3-8C530A23ABF5}"/>
              </a:ext>
            </a:extLst>
          </p:cNvPr>
          <p:cNvSpPr/>
          <p:nvPr/>
        </p:nvSpPr>
        <p:spPr>
          <a:xfrm>
            <a:off x="4638177" y="3866947"/>
            <a:ext cx="409074" cy="4114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AF7FD-280C-8D16-AEB8-02C554494ACA}"/>
              </a:ext>
            </a:extLst>
          </p:cNvPr>
          <p:cNvSpPr/>
          <p:nvPr/>
        </p:nvSpPr>
        <p:spPr>
          <a:xfrm>
            <a:off x="2652963" y="336884"/>
            <a:ext cx="6791826" cy="196114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9F2027-E71F-4379-B01C-1E1713369882}"/>
              </a:ext>
            </a:extLst>
          </p:cNvPr>
          <p:cNvSpPr/>
          <p:nvPr/>
        </p:nvSpPr>
        <p:spPr>
          <a:xfrm>
            <a:off x="2652963" y="3370847"/>
            <a:ext cx="6791826" cy="1961148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DD1C33-8E9B-6B1A-7F3D-E73913F86EE0}"/>
              </a:ext>
            </a:extLst>
          </p:cNvPr>
          <p:cNvSpPr txBox="1"/>
          <p:nvPr/>
        </p:nvSpPr>
        <p:spPr>
          <a:xfrm>
            <a:off x="2652963" y="1759834"/>
            <a:ext cx="3001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NMOS region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7B3ABC-FC48-9132-3C6F-E7C748A0493D}"/>
              </a:ext>
            </a:extLst>
          </p:cNvPr>
          <p:cNvSpPr txBox="1"/>
          <p:nvPr/>
        </p:nvSpPr>
        <p:spPr>
          <a:xfrm>
            <a:off x="2652963" y="4774527"/>
            <a:ext cx="2783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PMOS region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038EEA-7E56-BABA-8561-115EA7C74AF3}"/>
              </a:ext>
            </a:extLst>
          </p:cNvPr>
          <p:cNvSpPr txBox="1"/>
          <p:nvPr/>
        </p:nvSpPr>
        <p:spPr>
          <a:xfrm>
            <a:off x="7033829" y="2326026"/>
            <a:ext cx="984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poly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EAFD0-7442-C4D3-F0AB-61DC90C45310}"/>
              </a:ext>
            </a:extLst>
          </p:cNvPr>
          <p:cNvSpPr txBox="1"/>
          <p:nvPr/>
        </p:nvSpPr>
        <p:spPr>
          <a:xfrm>
            <a:off x="8245037" y="5936341"/>
            <a:ext cx="1199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nwell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8C199B-C241-60D6-CB63-89D94C5B7981}"/>
              </a:ext>
            </a:extLst>
          </p:cNvPr>
          <p:cNvSpPr txBox="1"/>
          <p:nvPr/>
        </p:nvSpPr>
        <p:spPr>
          <a:xfrm>
            <a:off x="7140777" y="4620143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426208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CC7A-A649-414D-2AD1-3E3CD38A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C6B80-AE58-18DC-7109-3FF31A93F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A853F-2D88-0943-CEA2-3C38D568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59"/>
          <a:stretch>
            <a:fillRect/>
          </a:stretch>
        </p:blipFill>
        <p:spPr>
          <a:xfrm>
            <a:off x="1392757" y="622634"/>
            <a:ext cx="3176132" cy="2568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C097E9-C94A-96D5-12D1-0B65A8B6F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58" b="1"/>
          <a:stretch>
            <a:fillRect/>
          </a:stretch>
        </p:blipFill>
        <p:spPr>
          <a:xfrm>
            <a:off x="4568889" y="622634"/>
            <a:ext cx="3176132" cy="25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7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D0F03-623F-E062-4CC5-680E43854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058" y="1061620"/>
            <a:ext cx="5053310" cy="5210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C65F42-1A86-E0F3-A8FE-CF41F701E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5578"/>
            <a:ext cx="5810250" cy="6010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F4BABD-444A-9597-8030-A826167110F0}"/>
              </a:ext>
            </a:extLst>
          </p:cNvPr>
          <p:cNvSpPr txBox="1"/>
          <p:nvPr/>
        </p:nvSpPr>
        <p:spPr>
          <a:xfrm>
            <a:off x="956511" y="2776036"/>
            <a:ext cx="757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7BBF2-9A4E-1C20-401F-A1DB2555B4F6}"/>
              </a:ext>
            </a:extLst>
          </p:cNvPr>
          <p:cNvSpPr txBox="1"/>
          <p:nvPr/>
        </p:nvSpPr>
        <p:spPr>
          <a:xfrm>
            <a:off x="2582780" y="2721114"/>
            <a:ext cx="757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A6EAB-7788-7C48-A6E7-86B336570482}"/>
              </a:ext>
            </a:extLst>
          </p:cNvPr>
          <p:cNvSpPr txBox="1"/>
          <p:nvPr/>
        </p:nvSpPr>
        <p:spPr>
          <a:xfrm>
            <a:off x="2334724" y="4787315"/>
            <a:ext cx="757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993BE-C7B0-B1EA-6297-C325A738F612}"/>
              </a:ext>
            </a:extLst>
          </p:cNvPr>
          <p:cNvSpPr txBox="1"/>
          <p:nvPr/>
        </p:nvSpPr>
        <p:spPr>
          <a:xfrm>
            <a:off x="1486796" y="3892787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8A452A-336C-430E-70B9-B95650CCE882}"/>
              </a:ext>
            </a:extLst>
          </p:cNvPr>
          <p:cNvSpPr txBox="1"/>
          <p:nvPr/>
        </p:nvSpPr>
        <p:spPr>
          <a:xfrm>
            <a:off x="956511" y="4941873"/>
            <a:ext cx="901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V</a:t>
            </a:r>
            <a:r>
              <a:rPr lang="en-US" sz="4000" b="1" baseline="-25000" dirty="0">
                <a:solidFill>
                  <a:srgbClr val="FF0000"/>
                </a:solidFill>
              </a:rPr>
              <a:t>dd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F5A6C7-7C5D-BEA0-06DE-F00FE3E6A374}"/>
              </a:ext>
            </a:extLst>
          </p:cNvPr>
          <p:cNvSpPr txBox="1"/>
          <p:nvPr/>
        </p:nvSpPr>
        <p:spPr>
          <a:xfrm>
            <a:off x="2961774" y="1134366"/>
            <a:ext cx="901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V</a:t>
            </a:r>
            <a:r>
              <a:rPr lang="en-US" sz="4000" b="1" baseline="-25000" dirty="0">
                <a:solidFill>
                  <a:srgbClr val="FF0000"/>
                </a:solidFill>
              </a:rPr>
              <a:t>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1B3B9-31E7-9F70-207E-645F808CC90A}"/>
              </a:ext>
            </a:extLst>
          </p:cNvPr>
          <p:cNvSpPr txBox="1"/>
          <p:nvPr/>
        </p:nvSpPr>
        <p:spPr>
          <a:xfrm>
            <a:off x="2104106" y="3921166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A8C54D-9A15-37D7-14DE-F25F6493F608}"/>
              </a:ext>
            </a:extLst>
          </p:cNvPr>
          <p:cNvSpPr txBox="1"/>
          <p:nvPr/>
        </p:nvSpPr>
        <p:spPr>
          <a:xfrm>
            <a:off x="2825893" y="3929242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D57596-1CAC-472E-A36E-85786D2A2F99}"/>
              </a:ext>
            </a:extLst>
          </p:cNvPr>
          <p:cNvSpPr txBox="1"/>
          <p:nvPr/>
        </p:nvSpPr>
        <p:spPr>
          <a:xfrm>
            <a:off x="3412564" y="3909111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50E51C-00E0-D419-B2BA-797FB85C14FA}"/>
              </a:ext>
            </a:extLst>
          </p:cNvPr>
          <p:cNvSpPr txBox="1"/>
          <p:nvPr/>
        </p:nvSpPr>
        <p:spPr>
          <a:xfrm>
            <a:off x="3889196" y="3892787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DEE03-C339-CF60-9F81-6D92B60A43E9}"/>
              </a:ext>
            </a:extLst>
          </p:cNvPr>
          <p:cNvSpPr txBox="1"/>
          <p:nvPr/>
        </p:nvSpPr>
        <p:spPr>
          <a:xfrm>
            <a:off x="1507548" y="2340771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BA57A1-E12A-FED3-BC41-AB844F1967F4}"/>
              </a:ext>
            </a:extLst>
          </p:cNvPr>
          <p:cNvSpPr txBox="1"/>
          <p:nvPr/>
        </p:nvSpPr>
        <p:spPr>
          <a:xfrm>
            <a:off x="2034195" y="2261521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980002-50C3-60A2-7351-0BE3A3F6184D}"/>
              </a:ext>
            </a:extLst>
          </p:cNvPr>
          <p:cNvSpPr txBox="1"/>
          <p:nvPr/>
        </p:nvSpPr>
        <p:spPr>
          <a:xfrm>
            <a:off x="2605758" y="2240045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D84B30-DE0E-229D-0B12-48C899FAFA10}"/>
              </a:ext>
            </a:extLst>
          </p:cNvPr>
          <p:cNvSpPr txBox="1"/>
          <p:nvPr/>
        </p:nvSpPr>
        <p:spPr>
          <a:xfrm>
            <a:off x="3343085" y="2487225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b="1" baseline="-250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E6087-66D0-3C3E-5DA5-1CF8398EA071}"/>
              </a:ext>
            </a:extLst>
          </p:cNvPr>
          <p:cNvSpPr txBox="1"/>
          <p:nvPr/>
        </p:nvSpPr>
        <p:spPr>
          <a:xfrm>
            <a:off x="4060514" y="2487225"/>
            <a:ext cx="757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b="1" baseline="-250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7CFF59-24C8-4668-7297-E9D005B49AFA}"/>
              </a:ext>
            </a:extLst>
          </p:cNvPr>
          <p:cNvSpPr txBox="1"/>
          <p:nvPr/>
        </p:nvSpPr>
        <p:spPr>
          <a:xfrm>
            <a:off x="4341395" y="2965213"/>
            <a:ext cx="757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4216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8492-8317-28BD-C71E-F6117EC8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C21E2-218E-F99C-79FC-9BD0ABE5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2AD49-C2E7-C669-510B-9275CB1A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3" t="10212" r="42732"/>
          <a:stretch>
            <a:fillRect/>
          </a:stretch>
        </p:blipFill>
        <p:spPr>
          <a:xfrm rot="16200000">
            <a:off x="5070928" y="1351642"/>
            <a:ext cx="2750457" cy="615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BE94-DDD0-719E-8061-A2FB5EED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F2BA1-1366-D6C4-6F4D-22D6C039568C}"/>
              </a:ext>
            </a:extLst>
          </p:cNvPr>
          <p:cNvSpPr/>
          <p:nvPr/>
        </p:nvSpPr>
        <p:spPr>
          <a:xfrm>
            <a:off x="2213429" y="2726013"/>
            <a:ext cx="2808514" cy="104502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C4694-D88B-8D03-0A82-6D6E92FB97B9}"/>
              </a:ext>
            </a:extLst>
          </p:cNvPr>
          <p:cNvSpPr/>
          <p:nvPr/>
        </p:nvSpPr>
        <p:spPr>
          <a:xfrm rot="16200000">
            <a:off x="3219903" y="3648266"/>
            <a:ext cx="2422931" cy="901555"/>
          </a:xfrm>
          <a:prstGeom prst="rect">
            <a:avLst/>
          </a:prstGeom>
          <a:solidFill>
            <a:srgbClr val="C75F7C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867E28-A536-D790-A42D-1EE527436DD2}"/>
              </a:ext>
            </a:extLst>
          </p:cNvPr>
          <p:cNvSpPr/>
          <p:nvPr/>
        </p:nvSpPr>
        <p:spPr>
          <a:xfrm rot="16200000">
            <a:off x="6397964" y="3100970"/>
            <a:ext cx="1221206" cy="1167398"/>
          </a:xfrm>
          <a:prstGeom prst="rect">
            <a:avLst/>
          </a:prstGeom>
          <a:solidFill>
            <a:srgbClr val="C75F7C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7EEB91-B407-CB6D-D87F-BF437D8407FA}"/>
              </a:ext>
            </a:extLst>
          </p:cNvPr>
          <p:cNvSpPr/>
          <p:nvPr/>
        </p:nvSpPr>
        <p:spPr>
          <a:xfrm>
            <a:off x="7602340" y="3206416"/>
            <a:ext cx="2422931" cy="901555"/>
          </a:xfrm>
          <a:prstGeom prst="rect">
            <a:avLst/>
          </a:prstGeom>
          <a:solidFill>
            <a:srgbClr val="C75F7C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B625B-AA7B-47B7-9CBA-4BF4C62A475B}"/>
              </a:ext>
            </a:extLst>
          </p:cNvPr>
          <p:cNvSpPr txBox="1"/>
          <p:nvPr/>
        </p:nvSpPr>
        <p:spPr>
          <a:xfrm>
            <a:off x="2334126" y="5702968"/>
            <a:ext cx="233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Overlapping layers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6E0446-5BC9-C65E-2895-634E24A7AD82}"/>
              </a:ext>
            </a:extLst>
          </p:cNvPr>
          <p:cNvSpPr txBox="1"/>
          <p:nvPr/>
        </p:nvSpPr>
        <p:spPr>
          <a:xfrm>
            <a:off x="7076573" y="5702968"/>
            <a:ext cx="2368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Touching geometry</a:t>
            </a:r>
          </a:p>
        </p:txBody>
      </p:sp>
    </p:spTree>
    <p:extLst>
      <p:ext uri="{BB962C8B-B14F-4D97-AF65-F5344CB8AC3E}">
        <p14:creationId xmlns:p14="http://schemas.microsoft.com/office/powerpoint/2010/main" val="190041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C1C12-EADF-04B5-825C-44C93B10D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9" y="235943"/>
            <a:ext cx="4313294" cy="6386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1C19-754A-103B-642A-22FC2EC98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01" y="336883"/>
            <a:ext cx="6275325" cy="61842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2CFE52-EDD1-C670-D3EC-2E1FD5FD9846}"/>
              </a:ext>
            </a:extLst>
          </p:cNvPr>
          <p:cNvSpPr/>
          <p:nvPr/>
        </p:nvSpPr>
        <p:spPr>
          <a:xfrm>
            <a:off x="962526" y="2598821"/>
            <a:ext cx="3759869" cy="1052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4E95D7-E92F-41FD-3D72-33710B6C524C}"/>
              </a:ext>
            </a:extLst>
          </p:cNvPr>
          <p:cNvSpPr/>
          <p:nvPr/>
        </p:nvSpPr>
        <p:spPr>
          <a:xfrm>
            <a:off x="962525" y="3695699"/>
            <a:ext cx="3759869" cy="10527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4D9A1-2377-357B-B84D-EE770A2A89C1}"/>
              </a:ext>
            </a:extLst>
          </p:cNvPr>
          <p:cNvSpPr/>
          <p:nvPr/>
        </p:nvSpPr>
        <p:spPr>
          <a:xfrm>
            <a:off x="962525" y="4798594"/>
            <a:ext cx="3759869" cy="72390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62ED22-3906-04BF-7060-AD57623E837E}"/>
              </a:ext>
            </a:extLst>
          </p:cNvPr>
          <p:cNvSpPr/>
          <p:nvPr/>
        </p:nvSpPr>
        <p:spPr>
          <a:xfrm>
            <a:off x="945481" y="5652511"/>
            <a:ext cx="3759869" cy="72390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77AFE-B137-AEE6-553C-00D14BC2C646}"/>
              </a:ext>
            </a:extLst>
          </p:cNvPr>
          <p:cNvSpPr/>
          <p:nvPr/>
        </p:nvSpPr>
        <p:spPr>
          <a:xfrm>
            <a:off x="9240253" y="3067048"/>
            <a:ext cx="526381" cy="72390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E0FE62-CB62-0DC1-8AB7-5F07129B3A23}"/>
              </a:ext>
            </a:extLst>
          </p:cNvPr>
          <p:cNvSpPr/>
          <p:nvPr/>
        </p:nvSpPr>
        <p:spPr>
          <a:xfrm>
            <a:off x="8470231" y="3940341"/>
            <a:ext cx="2003257" cy="179872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3A261B-8BA0-41C6-F16E-A8924B7375FF}"/>
              </a:ext>
            </a:extLst>
          </p:cNvPr>
          <p:cNvSpPr/>
          <p:nvPr/>
        </p:nvSpPr>
        <p:spPr>
          <a:xfrm>
            <a:off x="6166184" y="3790949"/>
            <a:ext cx="1876927" cy="16713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FA44D9-47C9-124C-1177-8D158134A010}"/>
              </a:ext>
            </a:extLst>
          </p:cNvPr>
          <p:cNvSpPr/>
          <p:nvPr/>
        </p:nvSpPr>
        <p:spPr>
          <a:xfrm>
            <a:off x="6316628" y="1395664"/>
            <a:ext cx="1726483" cy="13365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6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Luiz Vargas de Mendonca</dc:creator>
  <cp:lastModifiedBy>Jose Luiz Vargas de Mendonca</cp:lastModifiedBy>
  <cp:revision>3</cp:revision>
  <dcterms:created xsi:type="dcterms:W3CDTF">2026-09-02T04:04:26Z</dcterms:created>
  <dcterms:modified xsi:type="dcterms:W3CDTF">2026-09-04T09:06:25Z</dcterms:modified>
</cp:coreProperties>
</file>